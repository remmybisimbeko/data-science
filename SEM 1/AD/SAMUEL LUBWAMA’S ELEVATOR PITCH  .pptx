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9"/>
  </p:normalViewPr>
  <p:slideViewPr>
    <p:cSldViewPr snapToGrid="0">
      <p:cViewPr varScale="1">
        <p:scale>
          <a:sx n="115" d="100"/>
          <a:sy n="115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2124-41D8-7963-0A2D-20A8F6EB2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4A6C7-4488-FCB9-BA44-C72F86E39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A41F2-A2D8-CF63-5EAE-0362CD7B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33EA6-4F09-70EF-C752-D6347DA1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7534E-B0DE-9E67-9BE1-FD685AC63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49390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2093-90D5-79EF-5109-3E40922C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33F39-9B00-CB88-EF05-FA8400183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0DA67-A76B-6356-E352-B30CA2775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2E7C-2C93-36DE-71E9-0A387C7F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8702-AE47-8D80-F6BB-69CDE7C5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3664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B08B-7E25-9039-9789-1537ED125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D89F3-8284-B2A2-AA4E-2D8AB0C5C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3CF5A-9646-CAD2-9EFC-F3753C573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90F7C-BC5D-E97C-663B-AA4CF574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929C0-E2C6-D12D-C09F-2D7DE06E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66925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88F4D-EE4E-EF81-F7DD-D4028C04C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70C63-D974-190A-F833-3AA9652C5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26FCF-395C-E924-7F79-6FAE9C156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6E1FA-8234-DEEB-C943-17DF6080F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878D7-9940-27F5-3686-AF0914F5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4AF2D-35F3-CABB-A1A7-111A8D62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6663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2F9F-A165-D048-2E79-2098C05C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222BC-96C2-D576-E08D-A13453991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857A1-C1A4-CA21-208A-97C61B357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A09F-1444-48DC-89D2-6610FCEB0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F2B27-BC25-285C-D6B8-7911426BFF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DE9B9B-D7F9-EF7E-CBF8-FB44E395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F73B2-C350-BC63-05B5-0B85B76E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5F6660-79D9-B322-382E-26CA19E04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035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3822-7CB6-1BBA-0528-2147485B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FB7427-DCD9-0ABA-5B15-34B5B7E9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2DE9-1856-DD82-1FAC-2EBFC064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75232D-801D-3557-2CC6-A36F9843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37818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68AD24-6D15-B304-0BDB-55274757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0B087-F818-5CE3-5EF9-02C05E7A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4F8AC-239F-5ED3-1163-BB6FCD882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1171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6F3E-C36E-469F-461C-70540239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FA66-735D-8EB4-DA10-19FB936F0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CCA88-0E22-A320-6EC7-1EDABE0BB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57643-02B2-7B1A-D56E-9086B8E69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3D87F-5590-477C-A1E0-DD42722A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D3EA1-37FD-5E38-E3B8-CA33B374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801364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ABDC-E497-5E3E-CB5A-152C048B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D85A6-1665-FE2B-7CD6-757A08EB1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60B353-38E4-4F45-159B-A16245ACF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6C9C1-1472-FEBD-86BA-D73C9CF5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88980-8943-7017-F5C4-35B077BC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5B635-2AA4-4E55-97DE-E5688D5F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32339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88955-27E7-7910-8719-D63AD95C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991CC-4B7F-E653-153A-E30D66273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B730C-3F7B-6A3B-0830-263FCDFF8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EBCE2-6EE1-C44B-ACA7-2CE070AE5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10EFE-584C-BC0D-7D60-7CBF48EE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62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4CB3C3-7AA1-95D0-E072-2830F566B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66945-CC50-A1A1-4A38-795489FB6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1D019-520E-ED3F-1A9A-5E165714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D8E-01E6-3B9E-2502-92D37429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8DC0-F994-33A3-AFF9-69D8CE1F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46268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2B90F-9BB0-61D5-F51E-1209C9CC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CDA70-FB03-05BA-6BB7-BEE0E476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1C248-ABD8-DDE1-6326-3ECF03A04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11049-0AA9-674E-BA5B-AC54002ED7D6}" type="datetimeFigureOut">
              <a:rPr lang="en-UG" smtClean="0"/>
              <a:t>14/02/2026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20B5F-2AA6-814B-B000-F22E0A28C3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58423-628F-FB48-50D5-33A787D71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A892-78D3-4344-9FFC-EA3504720271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4149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88823419-60E5-6909-2325-EB92E29C0218}"/>
              </a:ext>
            </a:extLst>
          </p:cNvPr>
          <p:cNvSpPr txBox="1"/>
          <p:nvPr/>
        </p:nvSpPr>
        <p:spPr>
          <a:xfrm>
            <a:off x="4340556" y="437529"/>
            <a:ext cx="633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u="sng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RTN. SAMUEL LUBWAMA, ACIM, CL</a:t>
            </a:r>
            <a:endParaRPr sz="2600" u="sng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6;p13">
            <a:extLst>
              <a:ext uri="{FF2B5EF4-FFF2-40B4-BE49-F238E27FC236}">
                <a16:creationId xmlns:a16="http://schemas.microsoft.com/office/drawing/2014/main" id="{D732CC55-6B05-4D7E-FFD2-EFFCE141C5DB}"/>
              </a:ext>
            </a:extLst>
          </p:cNvPr>
          <p:cNvSpPr txBox="1"/>
          <p:nvPr/>
        </p:nvSpPr>
        <p:spPr>
          <a:xfrm>
            <a:off x="4340556" y="894729"/>
            <a:ext cx="6851398" cy="50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EXPERIENCE: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years of Sales and Marketing Experience in Telecom, ISPs, and Real Estate Industries (Airtel, Liquid Intelligent Technologies,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Sombha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Solutions Store,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Datanet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One Solutions Ltd, Adhere Systems,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Bulooka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Uganda Ltd)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years of Professional Experience in the Entertainment Industry (Singer, Voice &amp; Visual Actor, Commercial Model)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Founder of Canaan Gents Vocal Band.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Founder and Executive Director of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Chronaforge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Enterprises.</a:t>
            </a: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&amp; CERTIFICATIONS:</a:t>
            </a:r>
            <a:endParaRPr lang="en" sz="9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PMP (Ongoing)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7 Postgraduate Diploma in Professional Marketing (Ongoing)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7 Postgraduate Diploma in Sustainable Global Marketing (Ongoing) –UK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CIM Level 6 Diploma in Professional &amp; Digital Marketing – UK</a:t>
            </a:r>
            <a:endParaRPr lang="en" sz="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Brand Proposition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Societal Impact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Strategy and Planning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Specialist Award in Content Strategy –UK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Professional &amp; Digital Marketing –UK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ESG Training - Brentwood, UK</a:t>
            </a:r>
            <a:endParaRPr lang="en" sz="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Literacy - Manchester,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Information Technology - Uganda Christian University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Cisco Certified Network Associate (CCNA) - Aptech </a:t>
            </a: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7083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MEMBERSHIPS: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Chartered Institute of Marketing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Rotary International </a:t>
            </a: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" lvl="0" indent="0" algn="just" rtl="0">
              <a:lnSpc>
                <a:spcPct val="107916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VOLUNTEER ROLES: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Vermillion Foundation - Autism Awareness and Community Outreach Lead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Rotary Club of Kampala Sunshine - Public Relations Directorate Member &amp; PR Chair Elect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Stanbic Black Pirates Rugby Club - Rugby Player </a:t>
            </a: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5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Google Shape;55;p13" title="0X1A1088.JPG">
            <a:extLst>
              <a:ext uri="{FF2B5EF4-FFF2-40B4-BE49-F238E27FC236}">
                <a16:creationId xmlns:a16="http://schemas.microsoft.com/office/drawing/2014/main" id="{697C13FC-1EC3-535E-5A87-18F67B3DDA9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309" y="894729"/>
            <a:ext cx="2461449" cy="31474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CF941239-7F69-28BE-6DF6-D5AC8E80B351}"/>
              </a:ext>
            </a:extLst>
          </p:cNvPr>
          <p:cNvSpPr txBox="1"/>
          <p:nvPr/>
        </p:nvSpPr>
        <p:spPr>
          <a:xfrm>
            <a:off x="1367309" y="4261367"/>
            <a:ext cx="2461449" cy="119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</a:t>
            </a:r>
            <a:endParaRPr sz="10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lubwamasamuel68@gmail.com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+256703479859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+256779015006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23549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34C7-FABF-F069-46B1-C31FBCE7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87DF7D5C-3534-4C7F-7E2B-23E1D72354B8}"/>
              </a:ext>
            </a:extLst>
          </p:cNvPr>
          <p:cNvSpPr txBox="1"/>
          <p:nvPr/>
        </p:nvSpPr>
        <p:spPr>
          <a:xfrm>
            <a:off x="4340556" y="437529"/>
            <a:ext cx="703368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u="sng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REMMY BISIMBEKO, MSc. Data Science and Analytics</a:t>
            </a:r>
            <a:endParaRPr sz="2600" u="sng" dirty="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6;p13">
            <a:extLst>
              <a:ext uri="{FF2B5EF4-FFF2-40B4-BE49-F238E27FC236}">
                <a16:creationId xmlns:a16="http://schemas.microsoft.com/office/drawing/2014/main" id="{80EF768E-D8C3-7A46-01A6-5587CD2D905F}"/>
              </a:ext>
            </a:extLst>
          </p:cNvPr>
          <p:cNvSpPr txBox="1"/>
          <p:nvPr/>
        </p:nvSpPr>
        <p:spPr>
          <a:xfrm>
            <a:off x="4340556" y="894729"/>
            <a:ext cx="6851398" cy="5075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EXPERIENCE: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years of Sales and Marketing Experience in Telecom, ISPs, and Real Estate Industries (Airtel, Liquid Intelligent Technologies,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Sombha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Solutions Store,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Datanet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One Solutions Ltd, Adhere Systems,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Bulooka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Uganda Ltd)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years of Professional Experience in the Entertainment Industry (Singer, Voice &amp; Visual Actor, Commercial Model)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Founder of Canaan Gents Vocal Band.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Founder and Executive Director of </a:t>
            </a:r>
            <a:r>
              <a:rPr lang="en" sz="9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Chronaforge</a:t>
            </a:r>
            <a:r>
              <a:rPr lang="en" sz="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Enterprises.</a:t>
            </a: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 &amp; CERTIFICATIONS:</a:t>
            </a:r>
            <a:endParaRPr lang="en" sz="9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PMP (Ongoing)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7 Postgraduate Diploma in Professional Marketing (Ongoing)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7 Postgraduate Diploma in Sustainable Global Marketing (Ongoing) –UK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CIM Level 6 Diploma in Professional &amp; Digital Marketing – UK</a:t>
            </a:r>
            <a:endParaRPr lang="en" sz="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Brand Proposition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Societal Impact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Strategy and Planning –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Specialist Award in Content Strategy –UK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CIM Level 6 Award in Professional &amp; Digital Marketing –UK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ESG Training - Brentwood, UK</a:t>
            </a:r>
            <a:endParaRPr lang="en" sz="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Carbon Literacy - Manchester, UK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Information Technology - Uganda Christian University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Cisco Certified Network Associate (CCNA) - Aptech </a:t>
            </a: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 rtl="0">
              <a:lnSpc>
                <a:spcPct val="107083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MEMBERSHIPS: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Chartered Institute of Marketing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Rotary International </a:t>
            </a: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1270" lvl="0" indent="0" algn="just" rtl="0">
              <a:lnSpc>
                <a:spcPct val="107916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VOLUNTEER ROLES: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Vermillion Foundation - Autism Awareness and Community Outreach Lead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Rotary Club of Kampala Sunshine - Public Relations Directorate Member &amp; PR Chair Elect </a:t>
            </a:r>
          </a:p>
          <a:p>
            <a:pPr marL="171450" lvl="0" indent="-171450" algn="just" rtl="0">
              <a:lnSpc>
                <a:spcPct val="115000"/>
              </a:lnSpc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" sz="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Stanbic Black Pirates Rugby Club - Rugby Player </a:t>
            </a: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15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Google Shape;55;p13" title="0X1A1088.JPG">
            <a:extLst>
              <a:ext uri="{FF2B5EF4-FFF2-40B4-BE49-F238E27FC236}">
                <a16:creationId xmlns:a16="http://schemas.microsoft.com/office/drawing/2014/main" id="{6D5C7A22-8E61-03F3-A51B-4E9A7EB9D47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67309" y="894729"/>
            <a:ext cx="2461449" cy="31474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57;p13">
            <a:extLst>
              <a:ext uri="{FF2B5EF4-FFF2-40B4-BE49-F238E27FC236}">
                <a16:creationId xmlns:a16="http://schemas.microsoft.com/office/drawing/2014/main" id="{A6CB9B8B-64F9-4977-BE2F-AF85366EE191}"/>
              </a:ext>
            </a:extLst>
          </p:cNvPr>
          <p:cNvSpPr txBox="1"/>
          <p:nvPr/>
        </p:nvSpPr>
        <p:spPr>
          <a:xfrm>
            <a:off x="1367309" y="4261367"/>
            <a:ext cx="2461449" cy="1194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</a:t>
            </a:r>
            <a:endParaRPr sz="1000" b="1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" sz="1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isremmy.rb@gmail.com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+256701650461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+256752601038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0493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530</Words>
  <Application>Microsoft Macintosh PowerPoint</Application>
  <PresentationFormat>Widescreen</PresentationFormat>
  <Paragraphs>70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Natasha Lindah Nairuba</dc:creator>
  <cp:lastModifiedBy>Microsoft Office User</cp:lastModifiedBy>
  <cp:revision>3</cp:revision>
  <dcterms:created xsi:type="dcterms:W3CDTF">2026-02-06T20:24:20Z</dcterms:created>
  <dcterms:modified xsi:type="dcterms:W3CDTF">2026-02-14T11:02:07Z</dcterms:modified>
</cp:coreProperties>
</file>